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8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00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kern="0" spc="-100" dirty="0">
                <a:solidFill>
                  <a:srgbClr val="1A8A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Breath</a:t>
            </a:r>
            <a:r>
              <a:rPr lang="en-US" sz="5000" b="1" kern="0" spc="-1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841248" y="1874520"/>
            <a:ext cx="1280160" cy="54864"/>
          </a:xfrm>
          <a:prstGeom prst="rect">
            <a:avLst/>
          </a:prstGeom>
          <a:solidFill>
            <a:srgbClr val="1A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On-device breath detection for singing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A8A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Breath support drives singing — </a:t>
            </a:r>
            <a:r>
              <a:rPr lang="en-US" sz="17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you breathe, how long your phrases run. Singers get no objective feedback on it.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5508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A8A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32004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deep-learning breath detector built for singing.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open breath-labeled singing dataset to train one.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6126480"/>
            <a:ext cx="10543032" cy="1097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Festus Ewakaa Kahunla</a:t>
            </a:r>
            <a:r>
              <a:rPr lang="en-US" sz="1300" dirty="0">
                <a:solidFill>
                  <a:srgbClr val="1A8A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·   Drexel · Musical AI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41248" y="1170432"/>
            <a:ext cx="1005840" cy="45720"/>
          </a:xfrm>
          <a:prstGeom prst="rect">
            <a:avLst/>
          </a:prstGeom>
          <a:solidFill>
            <a:srgbClr val="1A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A8A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GTSinger</a:t>
            </a:r>
            <a:endParaRPr lang="en-US" sz="16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singing corpus with breath tokens → training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650" dirty="0">
              <a:solidFill>
                <a:srgbClr val="111111"/>
              </a:solidFill>
              <a:latin typeface="Helvetica Neue" pitchFamily="34" charset="0"/>
              <a:ea typeface="Helvetica Neue" pitchFamily="34" charset="-122"/>
              <a:cs typeface="Helvetica Neue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650" b="1" dirty="0" err="1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VocalSet</a:t>
            </a:r>
            <a:r>
              <a:rPr lang="en-US" sz="16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-Breath (Created)</a:t>
            </a:r>
          </a:p>
          <a:p>
            <a:pPr>
              <a:lnSpc>
                <a:spcPct val="130000"/>
              </a:lnSpc>
            </a:pPr>
            <a:r>
              <a:rPr lang="en-US" sz="16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breath labels on </a:t>
            </a:r>
            <a:r>
              <a:rPr lang="en-US" sz="1650" dirty="0" err="1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VocalSet</a:t>
            </a:r>
            <a:r>
              <a:rPr lang="en-US" sz="16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(CC BY 4.0).</a:t>
            </a:r>
          </a:p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8A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250 </a:t>
            </a:r>
            <a:r>
              <a:rPr lang="en-US" sz="1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labeled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35508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18745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55080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41248" y="1170432"/>
            <a:ext cx="1005840" cy="45720"/>
          </a:xfrm>
          <a:prstGeom prst="rect">
            <a:avLst/>
          </a:prstGeom>
          <a:solidFill>
            <a:srgbClr val="1A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Held-out singer · event-F1 @ ±200 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37960" y="2148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32520" y="2148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807208"/>
            <a:ext cx="10058400" cy="182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Ruinskiy &amp; Lavner 2007  (DSP, no learning)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32520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0.4%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3584448"/>
            <a:ext cx="10058400" cy="914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7033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8A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BreathCoach  (ours)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703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8A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0.67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32520" y="3703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8A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97%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8680" y="4361688"/>
            <a:ext cx="10058400" cy="9144"/>
          </a:xfrm>
          <a:prstGeom prst="rect">
            <a:avLst/>
          </a:prstGeom>
          <a:solidFill>
            <a:srgbClr val="1A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Ruinskiy 2007 — </a:t>
            </a:r>
            <a:r>
              <a:rPr lang="en-US" sz="15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matches audio to a hand-built breath template (no learning).    </a:t>
            </a:r>
            <a:r>
              <a:rPr lang="en-US" sz="15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Respiro — </a:t>
            </a:r>
            <a:r>
              <a:rPr lang="en-US" sz="15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model, but trained on speech.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Innovation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41248" y="1170432"/>
            <a:ext cx="1005840" cy="45720"/>
          </a:xfrm>
          <a:prstGeom prst="rect">
            <a:avLst/>
          </a:prstGeom>
          <a:solidFill>
            <a:srgbClr val="1A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151790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86584" y="1783080"/>
            <a:ext cx="329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15768" y="1783080"/>
            <a:ext cx="151790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15768" y="178308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log-mel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33672" y="1783080"/>
            <a:ext cx="329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62856" y="1783080"/>
            <a:ext cx="151790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62856" y="178308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NanoPitch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frozen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80760" y="1783080"/>
            <a:ext cx="329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9944" y="1783080"/>
            <a:ext cx="1517904" cy="960120"/>
          </a:xfrm>
          <a:prstGeom prst="roundRect">
            <a:avLst>
              <a:gd name="adj" fmla="val 5714"/>
            </a:avLst>
          </a:prstGeom>
          <a:solidFill>
            <a:srgbClr val="1A8A4C"/>
          </a:solidFill>
          <a:ln w="12700">
            <a:solidFill>
              <a:srgbClr val="1A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9944" y="178308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BreathHead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27848" y="1783080"/>
            <a:ext cx="329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57032" y="1783080"/>
            <a:ext cx="151790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57032" y="178308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breaths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74936" y="1783080"/>
            <a:ext cx="329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104120" y="1783080"/>
            <a:ext cx="1517904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104120" y="1783080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2880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the 15K-param head is trained, on a frozen 333K pitch model. Runs on-device (CoreML, 468 KB).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069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80160" y="374792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A8A4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361688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Batch, not real-time (yet)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Coaching = phrase length, not a vocal-support score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4396" y="2743200"/>
            <a:ext cx="1280160" cy="54864"/>
          </a:xfrm>
          <a:prstGeom prst="rect">
            <a:avLst/>
          </a:prstGeom>
          <a:solidFill>
            <a:srgbClr val="1A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971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</a:t>
            </a:r>
            <a:endParaRPr lang="en-US" sz="5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201</Words>
  <Application>Microsoft Macintosh PowerPoint</Application>
  <PresentationFormat>Widescreen</PresentationFormat>
  <Paragraphs>53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BreathCoach</dc:title>
  <dc:subject>PptxGenJS Presentation</dc:subject>
  <dc:creator>Festus Ewakaa Kahunla</dc:creator>
  <cp:lastModifiedBy>Kahunla,Festus</cp:lastModifiedBy>
  <cp:revision>3</cp:revision>
  <dcterms:created xsi:type="dcterms:W3CDTF">2026-06-04T13:57:43Z</dcterms:created>
  <dcterms:modified xsi:type="dcterms:W3CDTF">2026-06-04T16:18:15Z</dcterms:modified>
</cp:coreProperties>
</file>